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06fcd339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06fcd339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2e240388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2e240388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06fcd339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06fcd339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06fcd3396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06fcd3396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06fcd33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06fcd33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06fcd339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06fcd339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06fcd339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06fcd339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06fcd339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06fcd339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06fcd339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06fcd339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06fcd3396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06fcd3396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2e24038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2e24038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2e240388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2e240388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2e240388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2e240388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06fcd3396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06fcd3396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hyperlink" Target="https://arxiv.org/pdf/2211.07627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Relationship Id="rId5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gif"/><Relationship Id="rId4" Type="http://schemas.openxmlformats.org/officeDocument/2006/relationships/image" Target="../media/image18.gif"/><Relationship Id="rId5" Type="http://schemas.openxmlformats.org/officeDocument/2006/relationships/image" Target="../media/image4.gif"/><Relationship Id="rId6" Type="http://schemas.openxmlformats.org/officeDocument/2006/relationships/image" Target="../media/image11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Overview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Maintain two policies: task-only (policy_E) and mixed task+disc (policy_{E+I}) — from Eq. 5's min-max dual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Alternate training stages: min-stage trains policy_E on task reward, max-stage trains policy_{E+I} on combined reward — Section 3.2, Eqs. 6 and 9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813" y="1927348"/>
            <a:ext cx="7178376" cy="8176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7" name="Google Shape;57;p13"/>
          <p:cNvSpPr txBox="1"/>
          <p:nvPr/>
        </p:nvSpPr>
        <p:spPr>
          <a:xfrm>
            <a:off x="476875" y="4351525"/>
            <a:ext cx="831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https://arxiv.org/pdf/2211.07627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 and Max Stage Brief Explanation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Min-stage: π_{E+I} rolls out, π_E gets updated on task reward only — building the baseline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Max-stage: π_E rolls out, π_{E+I} gets updated on combined task+disc reward — improving the main policy while meeting the baseline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 Stage and Max Stage Implementation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Alternate training stages: min-stage trains policy_E on task reward, max-stage trains policy_{E+I} on combined reward — Section 3.2, Eqs. 6 and 9</a:t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2307034"/>
            <a:ext cx="9144003" cy="110728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594358"/>
            <a:ext cx="9144003" cy="101798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Updates of alpha parameter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Lagrangian multiplier alpha dynamically reweights task vs discriminator: mixed policy behind on task → alpha goes up → then the discriminator is suppressed; mixed ahead → alpha goes down down → discriminator gets more influence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"/>
              <a:t>Eq. 4, updated via Eq. 12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481339"/>
            <a:ext cx="9144002" cy="75867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874728"/>
            <a:ext cx="9144000" cy="69414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Policies Used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5549375" y="1152475"/>
            <a:ext cx="3282900" cy="29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If a model path is provided, then they are </a:t>
            </a:r>
            <a:r>
              <a:rPr lang="en"/>
              <a:t>initialized</a:t>
            </a:r>
            <a:r>
              <a:rPr lang="en"/>
              <a:t> with it and then they diverge during training</a:t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4979074" cy="311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4402575"/>
            <a:ext cx="8253126" cy="51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 Max Schedule for the task and mixed policy</a:t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113" y="1141625"/>
            <a:ext cx="7435775" cy="332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 Policy Value Updating 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3316025"/>
            <a:ext cx="8712900" cy="17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28273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Standard PPO: same policy rolls out and updates, so rollout values are correct for GAE</a:t>
            </a:r>
            <a:endParaRPr/>
          </a:p>
          <a:p>
            <a:pPr indent="-28273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EIPO: different policy rolls out vs updates — rollout agent's values are the wrong baseline</a:t>
            </a:r>
            <a:endParaRPr/>
          </a:p>
          <a:p>
            <a:pPr indent="-28273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Paper's Eqs. 7–10 use cross-policy value functions (e.g. U_min uses V_{E+I} for pol_E's advantages)</a:t>
            </a:r>
            <a:endParaRPr/>
          </a:p>
          <a:p>
            <a:pPr indent="-28273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Impl: re-run the update agent's value network on stored observations before computing GAE</a:t>
            </a:r>
            <a:endParaRPr/>
          </a:p>
          <a:p>
            <a:pPr indent="-28273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Passed into the same GAE loop at the training for normal amp_training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91494"/>
            <a:ext cx="9144000" cy="1752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Mixed Reward Weighting instead of fixed 0.5/0.5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5593" y="1017725"/>
            <a:ext cx="7072810" cy="3991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Switching stages and updating the alpha parameter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3420850"/>
            <a:ext cx="8289300" cy="16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-28273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Each stage runs until the dual objective stops improving, then switches</a:t>
            </a:r>
            <a:endParaRPr/>
          </a:p>
          <a:p>
            <a:pPr indent="-28273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alpha only updates when leaving max-stage, using the task performance gap as the gradient</a:t>
            </a:r>
            <a:endParaRPr/>
          </a:p>
          <a:p>
            <a:pPr indent="-28273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Mixed ahead on task → alpha decreases → discriminator gets more influence</a:t>
            </a:r>
            <a:endParaRPr/>
          </a:p>
          <a:p>
            <a:pPr indent="-28273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Mixed behind on task → alpha increases → discriminator gets suppressed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7910" y="1252000"/>
            <a:ext cx="5856875" cy="216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</a:t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152475"/>
            <a:ext cx="4772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If the task policy is good, then the alpha parameter should rise when the task policy outperforms the mixed policy → is this an exploration issue for the task policy?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gap between the two policies is essentially the same, so the task policy never pulls ahead of the mixed one</a:t>
            </a:r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2200" y="1"/>
            <a:ext cx="2200099" cy="236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8750" y="2467001"/>
            <a:ext cx="2127007" cy="247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Several Discriminator Modes</a:t>
            </a:r>
            <a:endParaRPr/>
          </a:p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Live: Rewards come </a:t>
            </a:r>
            <a:r>
              <a:rPr lang="en"/>
              <a:t>directly</a:t>
            </a:r>
            <a:r>
              <a:rPr lang="en"/>
              <a:t> from discriminator during training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Target: Rewards come from a slow moving EMA copy (each training iteration is a weighted average of the live snapshot and the target controlled by a tau parameter)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Snapshot: Comes from a frozen copy every time they switch from min to max stages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Avg Return per Episode Results</a:t>
            </a:r>
            <a:endParaRPr/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925" y="1370413"/>
            <a:ext cx="2679600" cy="2980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1075" y="1345338"/>
            <a:ext cx="2760475" cy="303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45025" y="1345350"/>
            <a:ext cx="3006812" cy="3030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Gif Comparison EIPO</a:t>
            </a:r>
            <a:endParaRPr/>
          </a:p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5" title="eval_0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6775" y="1017713"/>
            <a:ext cx="1524000" cy="3400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5"/>
          <p:cNvSpPr txBox="1"/>
          <p:nvPr/>
        </p:nvSpPr>
        <p:spPr>
          <a:xfrm>
            <a:off x="7051025" y="4490700"/>
            <a:ext cx="13455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Task Only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46" name="Google Shape;146;p25" title="snapshot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17725"/>
            <a:ext cx="1524000" cy="3400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5"/>
          <p:cNvSpPr txBox="1"/>
          <p:nvPr/>
        </p:nvSpPr>
        <p:spPr>
          <a:xfrm>
            <a:off x="400950" y="4490700"/>
            <a:ext cx="13455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Snapshot: a_lr = 0.01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48" name="Google Shape;148;p25" title="live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53800" y="1017725"/>
            <a:ext cx="1524000" cy="3400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5"/>
          <p:cNvSpPr txBox="1"/>
          <p:nvPr/>
        </p:nvSpPr>
        <p:spPr>
          <a:xfrm>
            <a:off x="2443050" y="4538875"/>
            <a:ext cx="13455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Live: a_lr = 0.01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0" name="Google Shape;150;p25" title="target.gi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40288" y="1017713"/>
            <a:ext cx="1524000" cy="3400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5"/>
          <p:cNvSpPr txBox="1"/>
          <p:nvPr/>
        </p:nvSpPr>
        <p:spPr>
          <a:xfrm>
            <a:off x="4574388" y="4490700"/>
            <a:ext cx="16908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Target: </a:t>
            </a:r>
            <a:r>
              <a:rPr lang="en" sz="1200">
                <a:solidFill>
                  <a:schemeClr val="dk2"/>
                </a:solidFill>
              </a:rPr>
              <a:t>tau = 0.001 and a_lr = 0.01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 from paper</a:t>
            </a:r>
            <a:endParaRPr/>
          </a:p>
        </p:txBody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Paper uses RND (novelty-based exploration bonus) as the auxiliary reward — it's not optimized (just fixed)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Our auxiliary reward is a discriminator trained in a GAN loop — it's</a:t>
            </a:r>
            <a:r>
              <a:rPr lang="en"/>
              <a:t> optimized during training, tells paddle what good movements should look like instead of the up and down motion we see without it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